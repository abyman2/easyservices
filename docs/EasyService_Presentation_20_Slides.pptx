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0362895" cy="9144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EasyService Architecture &amp; Implementation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Cloud-Native Enterprise Marketplace Platform — Group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628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*  Course: Cloud Computing &amp; Security (Microservices Architecture)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*  Institution: Addis Ababa University — School of IT &amp; Engineering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*  Lead Contributor: Abel Seleshe (Architecture &amp; Decomposition Lead)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*  Team Members: Baheran Tesfaye, Nebiyu Yohannes, Wondesen Teshale, Esrom Basazinaw, Yohannes Seyum</a:t>
            </a:r>
          </a:p>
          <a:p>
            <a:pPr>
              <a:spcAft>
                <a:spcPts val="800"/>
              </a:spcAft>
              <a:defRPr sz="1500">
                <a:solidFill>
                  <a:srgbClr val="E2E8F0"/>
                </a:solidFill>
              </a:defRPr>
            </a:pPr>
            <a:r>
              <a:t>*  Target Implementation: Java 21, Spring Boot 3.2, Svelte Frontend &amp; Docker/K8s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Executive Summary &amp; System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Transforming Monolithic Service Portals into Autonomous Microservices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Vision: Modern Ethiopian marketplace unifying Hotels, Mobility, Crafts, and Local Services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Core Problem: Monolithic bottlenecks, shared database contention, and unified blast radiuses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Architectural Solution: 6 Autonomous Bounded Context Microservices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Security Foundation: Stateless OAuth2/JWT incorporating Fayda National Digital ID claims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Key Capabilities: Reactive Wallet, Dynamic Spin-Wheel Engine &amp; 1-Click Hot Deals Booking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EasyService Monolith Decomposition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Decomposing Legacy Systems into 6 Bounded Contexts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User-Service (Identity &amp; Fayda/Passport Verification)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Listing-Service (Marketplace Inventory &amp; Multi-Room Hotel Units)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Booking-Service (Atomic Inventory Locking &amp; Booking Stepper State Engine)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Payment-Service (EasyService Wallet Balance &amp; Telebirr/CBE Transfers)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Notification-Service (Real-time Event Alerts &amp; Pre-Booking Reminders)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Wheel-Promo-Service (Daily Spin Cost Limits &amp; Unique Single-Use Promo Generator)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Domain Model: Provider vs. Bookable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Hierarchical Property Inventory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Root Provider/Business (e.g. Kuriftu Resort &amp; Spa, Skylight Hotel, Habesha Kemis)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Listing Metadata: Location, Amenities, Ratings, Photos &amp; Policies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Bookable Units / Options: Standard Room (3,500 ETB), Deluxe Room (5,000 ETB), Family Villa (10,000 ETB)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Car Fleet Units: Toyota RAV4, Hyundai Elantra, Land Cruiser V8 (Daily Rates)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Store Products: Yirgacheffe Coffee, Silk Kemis, Leather Briefcase (Item Units)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Hotels &amp; Accommodation Marketplace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Kuriftu, Skylight &amp; Premium Resort Booking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Discovery Page: Filter by Price, Star Rating, Property Type &amp; Amenities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Property Detail Page: Image Gallery, Location Coordinates &amp; Full Specs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Room Selection Matrix: Direct room selection with real-time room availability counts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Date Pickers: Interactive Check-in &amp; Check-out date range selection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Nights Multiplier: Automated subtotal calculation based on stay duration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Car Rental &amp; Mobility Marketplace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Vehicle Fleet Specs &amp; Rental Duration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Fleet Inventory: SUV, Sedan, Luxury &amp; Off-Road categories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Vehicle Specs: Seats, Transmission, Fuel Type, Driver Option &amp; Unlimited KM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Rental Date Range: Pickup Date and Return Date selector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Day Multiplier: Automatic rental duration calculation (Daily Rate × Days × Quantity)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Instant Validation: Return date must strictly be after pickup 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Cultural Products, Crafts &amp; Events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Ethiopian Heritage Kemis, Leather Goods &amp; Ticket Booking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Authentic Local Stores: Habesha Heritage Kemis, Entoto Spices, Axum Crafts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Item Variants: Specific sizes, silk borders, and material specifications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Concerts &amp; Cultural Events: Great Ethiopian Run, Jan Meda Festival tickets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Preferred Date Picker: Schedule delivery or event attendance date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Direct Provider Settlement: Integrated commission split engine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Customer Identity &amp; Fayda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Zero-Trust Security &amp; National ID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AAU Academic Domain SSO: Restricted registration for verified student/faculty credentials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Fayda National Digital ID Integration: Verification badge (FAYDA_VERIFIED)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Passport Identity Status: Level-2 identity trust scores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Stateless JWT Security: RSA-256 signed bearer tokens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Role-Based Access Control: CUSTOMER, PROVIDER, SYSTEM_ADMIN roles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Reactive EasyService Wallet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Real-time Balance Management &amp; Atomic Deductions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Simulated Wallet Store: $currentUser reactive state management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Instant Balance Check: Blocks transaction if balance &lt; total payable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Atomic Deduction: Mutates user balance instantly across UI navbar &amp; passport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Alternative Payment Channels: Integrated Telebirr, CBE Birr &amp; Card options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Instant Refund Engine: Wallet credits returned upon booking cancellation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Spin-the-Wheel Promotion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Tiered Spin Costs &amp; Unique Single-Use Promo Codes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Tiered Cost Rules: Spins 1-3 (FREE), Spins 4-9 (50 ETB), Spins 10-15 (100 ETB)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Wallet Protection: Deducts spin cost directly from EasyService wallet balance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Randomized Code Generator: Generates unique code per spin (e.g. WIN10-8492)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Central Code Registry: Registers code in activePromoCodes store to prevent reuse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Clipboard Copy Action: 1-Click copy button with text fallback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Hot Deals &amp; Dynamic Pricing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Pre-applied Promos &amp; Flash Sale Bookings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Marketing Banner Integration: Direct 1-click 'Book Deal →' triggers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Pre-applied Promo Deep Linking: Automatically loads promo codes (SUMMER20, ETHIO30)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Dynamic Savings Calculation: Displays percentage discount &amp; ETB amount saved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Service Fee Inclusion: Transparent 5% platform service fee breakdown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Real-time Subtotal Formula: (Unit Price × Quantity × Duration - Discount) + Fee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End-to-End Booking Stepper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5-Step Transactional Booking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Step 1 (Select): Quantity, Dates (Check-in/out), and Promo Code input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Step 2 (Details): Customer Name, Email, Phone &amp; Identity Status verification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Step 3 (Review): Comprehensive line-item summary and cancellation policy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Step 4 (Payment): Payment method selection (Wallet, Telebirr, CBE) &amp; charge execution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Step 5 (Confirm): Green receipt badge, reference ID, schedule dates &amp; wallet update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Date Range Pickers &amp; Schedule Calculation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Native Date Controls &amp; Duration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Native HTML5 Date Pickers: Minimum date bounded to current day (getTodayStr)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Date Difference Engine: Math.ceil((end - start) / 86,400,000)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Category-Aware Labels: Check-in/out for Hotels, Pickup/Return for Cars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Date Range Badge: Visual summary badge displaying computed duration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Confirmed Schedule Payload: Persists dates to bookingResult and store history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Microservices 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Spring Boot 3.2, REST &amp; Messaging Mesh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Framework: Java 21 LTS with Spring Boot 3.2 Cloud-Native stack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API Gateway: Spring Cloud Gateway for routing, rate limiting &amp; SSL termination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Service Discovery: Netflix Eureka Service Registry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Inter-Service Sync: RESTful HTTP/2 APIs &amp; gRPC binary protocol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Async Messaging: Apache Kafka event streams for notifications and Saga triggers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Database Schema &amp; Data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Database per Service Pattern Implementation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Isolated Storage: Dedicated PostgreSQL schema per microservice boundary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User DB: Customer profiles, credentials &amp; identity verification flags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Listing DB: Provider properties, room units, specs &amp; inventory counters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Booking DB: Reservation ledger, stepper status &amp; timestamp audit logs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Performance Indexing: B-Tree indexes on listing_id, customer_id &amp; status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Frontend Architecture &amp; UX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Svelte 4 Reactive Store &amp; Custom CSS Token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UI Framework: Svelte 4 compiler for zero-virtual-DOM performance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State Management: Reactive stores (authStore.js, bookingStore.js)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Visual Aesthetic: Modern dark theme, glassmorphism &amp; gold accents (#d4af37)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Component Library: Modular components (BookingModal, SpinWheelModal, Navbar)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Accessibility (A11y): ARIA roles, high-contrast text &amp; modal keyboard focus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API Specifications &amp;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OpenAPI 3.0 Standardized Service Contracts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GET /api/listings - Fetch 28 curated Ethiopian marketplace business listings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POST /api/bookings?customerId=... - Execute atomic reservation transaction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POST /api/wallet/topup - Reactive wallet credit deposit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POST /api/spin/wheel - Execute promotional spin &amp; register unique code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Swagger UI: Live API documentation interactive sandbox at /swagger-ui.html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Quality Assurance &amp; Test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Testing Pyramid &amp; Defect Metric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Unit Testing: JUnit 5 &amp; Mockito testing core domain business rules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Contract Testing: Pact framework verifying microservice API provider/consumer contracts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Integration Testing: Testcontainers PostgreSQL &amp; Kafka containerized integration tests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End-to-End Testing: Playwright automated headless browser test flows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Defect Zero Guarantee: Built-in fail-safe fallbacks for offline demo resiliency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Deployment &amp; CI/CD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Docker Containerization &amp; Cloud Hosting Strategy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Containerization: Multi-stage Dockerfiles producing distroless Alpine images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Orchestration: Kubernetes manifests (Deployment, Service, Ingress, HPA)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Continuous Integration: GitHub Actions workflow building and testing images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Cloud Deployment: Railway / Vercel containerized deployment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Observability: Prometheus metrics scraper &amp; Grafana dashboard visualizer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685800"/>
            <a:ext cx="1097280" cy="64008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548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4AF37"/>
                </a:solidFill>
              </a:defRPr>
            </a:pPr>
            <a:r>
              <a:t>Conclusion &amp; Project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05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Summary of Accomplishments &amp; Future Extensions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94415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293B"/>
                </a:solidFill>
              </a:defRPr>
            </a:pPr>
            <a:r>
              <a:t>*   Accomplishment: Fully functional, hardened Ethiopian Service Marketplace platform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Wallet Integrity: Reactive, fail-safe wallet payments and spin wheel charges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Promo Engine: Unique single-use promo code generation and dynamic discount parsing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Booking Flow: Seamless check-in/out date pickers and night multipliers</a:t>
            </a:r>
          </a:p>
          <a:p>
            <a:pPr>
              <a:spcAft>
                <a:spcPts val="1600"/>
              </a:spcAft>
              <a:defRPr sz="1600" b="0">
                <a:solidFill>
                  <a:srgbClr val="1E293B"/>
                </a:solidFill>
              </a:defRPr>
            </a:pPr>
            <a:r>
              <a:t>*   Next Phase: Real-world Spring Boot backend REST integration &amp; Telebirr Production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